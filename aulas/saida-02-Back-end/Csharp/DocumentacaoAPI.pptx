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sem Título" id="{C49AC9D6-93E9-4EC6-9D15-1CBC531AD4FE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012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2578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84564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972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358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196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66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175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2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272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91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C2F9D8F-1C23-41D0-8943-647BAEDF74E8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AFB7C45-6228-47DE-ACEA-4E547E0FAFBE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606933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B504329-8C2D-475E-C95B-D8E3A71D29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</a:t>
            </a:r>
            <a:br>
              <a:rPr lang="pt-BR" dirty="0"/>
            </a:br>
            <a:r>
              <a:rPr lang="pt-B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ACME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211DF8E0-A42E-1786-7240-5DA464FE7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Documentação </a:t>
            </a: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MVC</a:t>
            </a:r>
          </a:p>
        </p:txBody>
      </p:sp>
    </p:spTree>
    <p:extLst>
      <p:ext uri="{BB962C8B-B14F-4D97-AF65-F5344CB8AC3E}">
        <p14:creationId xmlns:p14="http://schemas.microsoft.com/office/powerpoint/2010/main" val="2371087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1010A-4B00-EF83-4385-7D2289DB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95EA7B-9A40-48EE-2056-95E22E7A7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7865883"/>
      </p:ext>
    </p:extLst>
  </p:cSld>
  <p:clrMapOvr>
    <a:masterClrMapping/>
  </p:clrMapOvr>
</p:sld>
</file>

<file path=ppt/theme/theme1.xml><?xml version="1.0" encoding="utf-8"?>
<a:theme xmlns:a="http://schemas.openxmlformats.org/drawingml/2006/main" name="Selo">
  <a:themeElements>
    <a:clrScheme name="Azul Quent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el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l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TM10001106[[fn=Selo]]</Template>
  <TotalTime>777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Gill Sans MT</vt:lpstr>
      <vt:lpstr>Impact</vt:lpstr>
      <vt:lpstr>Selo</vt:lpstr>
      <vt:lpstr>Projeto ACME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FILIPE ALEXANDRE DA SILVA</dc:creator>
  <cp:lastModifiedBy>FILIPE ALEXANDRE DA SILVA</cp:lastModifiedBy>
  <cp:revision>12</cp:revision>
  <dcterms:created xsi:type="dcterms:W3CDTF">2025-08-04T23:23:55Z</dcterms:created>
  <dcterms:modified xsi:type="dcterms:W3CDTF">2025-08-14T23:20:41Z</dcterms:modified>
</cp:coreProperties>
</file>